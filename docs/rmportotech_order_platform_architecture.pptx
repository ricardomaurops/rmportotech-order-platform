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 Porto Tech Order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Arquitetura de Microserviços orientada a eventos</a:t>
            </a:r>
          </a:p>
          <a:p>
            <a:r>
              <a:t>Projeto de portfólio profissional</a:t>
            </a:r>
          </a:p>
          <a:p>
            <a:r>
              <a:t>Autor: Ricardo Porto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Demonstrar arquitetura moderna baseada em:</a:t>
            </a:r>
          </a:p>
          <a:p>
            <a:r>
              <a:t>- Microserviços com Spring Boot</a:t>
            </a:r>
          </a:p>
          <a:p>
            <a:r>
              <a:t>- Comunicação assíncrona via Kafka (Redpanda)</a:t>
            </a:r>
          </a:p>
          <a:p>
            <a:r>
              <a:t>- Persistência SQL</a:t>
            </a:r>
          </a:p>
          <a:p>
            <a:r>
              <a:t>- Padrões de confiabilidade (Outbox + Idempotência)</a:t>
            </a:r>
          </a:p>
          <a:p>
            <a:r>
              <a:t>- Observabilidade e boas práticas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Serviços da Plataforma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order-service</a:t>
            </a:r>
          </a:p>
          <a:p>
            <a:r>
              <a:t>Cria pedidos e publica eventos</a:t>
            </a:r>
          </a:p>
          <a:p/>
          <a:p>
            <a:r>
              <a:t>payment-service</a:t>
            </a:r>
          </a:p>
          <a:p>
            <a:r>
              <a:t>Processa pagamentos a partir dos eventos</a:t>
            </a:r>
          </a:p>
          <a:p/>
          <a:p>
            <a:r>
              <a:t>inventory-service (futuro)</a:t>
            </a:r>
          </a:p>
          <a:p>
            <a:r>
              <a:t>Reserva estoque</a:t>
            </a:r>
          </a:p>
          <a:p/>
          <a:p>
            <a:r>
              <a:t>notification-service (futuro)</a:t>
            </a:r>
          </a:p>
          <a:p>
            <a:r>
              <a:t>Notifica usuário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Geral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Cliente cria pedido via API</a:t>
            </a:r>
          </a:p>
          <a:p>
            <a:r>
              <a:t>2. order-service grava pedido no banco</a:t>
            </a:r>
          </a:p>
          <a:p>
            <a:r>
              <a:t>3. order-service grava evento na outbox</a:t>
            </a:r>
          </a:p>
          <a:p>
            <a:r>
              <a:t>4. Publisher envia evento para Kafka</a:t>
            </a:r>
          </a:p>
          <a:p>
            <a:r>
              <a:t>5. payment-service consome evento</a:t>
            </a:r>
          </a:p>
          <a:p>
            <a:r>
              <a:t>6. payment-service processa pagamento</a:t>
            </a:r>
          </a:p>
          <a:p>
            <a:r>
              <a:t>7. payment-service registra evento processado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Responsabilidades:</a:t>
            </a:r>
          </a:p>
          <a:p>
            <a:r>
              <a:t>- Expor API REST</a:t>
            </a:r>
          </a:p>
          <a:p>
            <a:r>
              <a:t>- Persistir pedidos</a:t>
            </a:r>
          </a:p>
          <a:p>
            <a:r>
              <a:t>- Registrar eventos na tabela outbox</a:t>
            </a:r>
          </a:p>
          <a:p>
            <a:r>
              <a:t>- Publicar eventos no Kafka</a:t>
            </a:r>
          </a:p>
          <a:p/>
          <a:p>
            <a:r>
              <a:t>Endpoint principal:</a:t>
            </a:r>
          </a:p>
          <a:p>
            <a:r>
              <a:t>POST /orders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Outbox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Resolve o problema de consistência entre banco e mensageria.</a:t>
            </a:r>
          </a:p>
          <a:p/>
          <a:p>
            <a:r>
              <a:t>Fluxo:</a:t>
            </a:r>
          </a:p>
          <a:p>
            <a:r>
              <a:t>1. Pedido salvo no banco</a:t>
            </a:r>
          </a:p>
          <a:p>
            <a:r>
              <a:t>2. Evento salvo na tabela outbox</a:t>
            </a:r>
          </a:p>
          <a:p>
            <a:r>
              <a:t>3. Job publica no Kafka</a:t>
            </a:r>
          </a:p>
          <a:p>
            <a:r>
              <a:t>4. Evento marcado como SENT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/ Redpanda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Mensageria assíncrona baseada em eventos.</a:t>
            </a:r>
          </a:p>
          <a:p/>
          <a:p>
            <a:r>
              <a:t>Topic principal:</a:t>
            </a:r>
          </a:p>
          <a:p>
            <a:r>
              <a:t>orders.events</a:t>
            </a:r>
          </a:p>
          <a:p/>
          <a:p>
            <a:r>
              <a:t>Evento enviado:</a:t>
            </a:r>
          </a:p>
          <a:p>
            <a:r>
              <a:t>OrderCreated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Responsabilidades:</a:t>
            </a:r>
          </a:p>
          <a:p>
            <a:r>
              <a:t>- Consumir eventos OrderCreated</a:t>
            </a:r>
          </a:p>
          <a:p>
            <a:r>
              <a:t>- Processar pagamento</a:t>
            </a:r>
          </a:p>
          <a:p>
            <a:r>
              <a:t>- Persistir pagamento no banco</a:t>
            </a:r>
          </a:p>
          <a:p>
            <a:r>
              <a:t>- Garantir idempotência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Idempotência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Kafka pode entregar eventos mais de uma vez.</a:t>
            </a:r>
          </a:p>
          <a:p/>
          <a:p>
            <a:r>
              <a:t>Solução implementada:</a:t>
            </a:r>
          </a:p>
          <a:p>
            <a:r>
              <a:t>- Tabela processed_events</a:t>
            </a:r>
          </a:p>
          <a:p>
            <a:r>
              <a:t>- Unique constraint por event_id</a:t>
            </a:r>
          </a:p>
          <a:p>
            <a:r>
              <a:t>- Eventos duplicados são ignorados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Atual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Service:</a:t>
            </a:r>
          </a:p>
          <a:p>
            <a:r>
              <a:t>API + Outbox + Kafka</a:t>
            </a:r>
          </a:p>
          <a:p/>
          <a:p>
            <a:r>
              <a:t>Payment Service:</a:t>
            </a:r>
          </a:p>
          <a:p>
            <a:r>
              <a:t>Consumer + Persistência + Idempotência</a:t>
            </a:r>
          </a:p>
          <a:p/>
          <a:p>
            <a:r>
              <a:t>Próximos passos:</a:t>
            </a:r>
          </a:p>
          <a:p>
            <a:r>
              <a:t>- PaymentApproved event</a:t>
            </a:r>
          </a:p>
          <a:p>
            <a:r>
              <a:t>- Inventory service</a:t>
            </a:r>
          </a:p>
          <a:p>
            <a:r>
              <a:t>- Notification service</a:t>
            </a:r>
          </a:p>
          <a:p>
            <a:r>
              <a:t>- Testcontainers e CI/CD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21</a:t>
            </a:r>
          </a:p>
          <a:p>
            <a:r>
              <a:t>Spring Boot</a:t>
            </a:r>
          </a:p>
          <a:p>
            <a:r>
              <a:t>Spring Kafka</a:t>
            </a:r>
          </a:p>
          <a:p>
            <a:r>
              <a:t>PostgreSQL</a:t>
            </a:r>
          </a:p>
          <a:p>
            <a:r>
              <a:t>Docker</a:t>
            </a:r>
          </a:p>
          <a:p>
            <a:r>
              <a:t>Redpanda (Kafka)</a:t>
            </a:r>
          </a:p>
          <a:p>
            <a:r>
              <a:t>Swagger/OpenAPI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da Aplicação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Architecture</a:t>
            </a:r>
          </a:p>
          <a:p/>
          <a:p>
            <a:r>
              <a:t>domain</a:t>
            </a:r>
          </a:p>
          <a:p>
            <a:r>
              <a:t>application</a:t>
            </a:r>
          </a:p>
          <a:p>
            <a:r>
              <a:t>adapters</a:t>
            </a:r>
          </a:p>
          <a:p>
            <a:r>
              <a:t>infrastructure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da 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Escalabilidade</a:t>
            </a:r>
          </a:p>
          <a:p>
            <a:r>
              <a:t>Baixo acoplamento</a:t>
            </a:r>
          </a:p>
          <a:p>
            <a:r>
              <a:t>Resiliência</a:t>
            </a:r>
          </a:p>
          <a:p>
            <a:r>
              <a:t>Facilidade de evolução</a:t>
            </a:r>
          </a:p>
          <a:p>
            <a:r>
              <a:t>Alta confiabilidade de eventos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